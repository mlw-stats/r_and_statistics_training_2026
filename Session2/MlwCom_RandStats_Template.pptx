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92F2-5B05-427A-B18B-6364C6643C92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C0F4E-24AA-4131-819D-2000D78708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96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01/12/2020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1289F0-EB91-42F5-8365-E3427F55C1DD}"/>
              </a:ext>
            </a:extLst>
          </p:cNvPr>
          <p:cNvSpPr>
            <a:spLocks noChangeAspect="1"/>
          </p:cNvSpPr>
          <p:nvPr userDrawn="1"/>
        </p:nvSpPr>
        <p:spPr>
          <a:xfrm>
            <a:off x="2262487" y="581720"/>
            <a:ext cx="7667022" cy="5935758"/>
          </a:xfrm>
          <a:prstGeom prst="rect">
            <a:avLst/>
          </a:prstGeom>
          <a:blipFill dpi="0" rotWithShape="1">
            <a:blip r:embed="rId13">
              <a:alphaModFix amt="2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a:blip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86916"/>
            <a:ext cx="12192001" cy="228029"/>
          </a:xfrm>
          <a:prstGeom prst="rect">
            <a:avLst/>
          </a:prstGeom>
          <a:solidFill>
            <a:srgbClr val="B0120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 descr="CoM new.jpg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  <p:pic>
        <p:nvPicPr>
          <p:cNvPr id="9" name="Picture 8" descr="logo.pdf">
            <a:extLst>
              <a:ext uri="{FF2B5EF4-FFF2-40B4-BE49-F238E27FC236}">
                <a16:creationId xmlns:a16="http://schemas.microsoft.com/office/drawing/2014/main" id="{102BA6D8-072F-4F9F-A5A0-82DCD1210E27}"/>
              </a:ext>
            </a:extLst>
          </p:cNvPr>
          <p:cNvPicPr>
            <a:picLocks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7532" y="326042"/>
            <a:ext cx="708279" cy="9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30C013-6450-9241-806F-A84F38C100C4}"/>
              </a:ext>
            </a:extLst>
          </p:cNvPr>
          <p:cNvSpPr/>
          <p:nvPr userDrawn="1"/>
        </p:nvSpPr>
        <p:spPr>
          <a:xfrm>
            <a:off x="1069560" y="6618679"/>
            <a:ext cx="116780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Except where otherwise noted, these slides by Marc 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Henrion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 are licensed under a Creative Commons Attribution 4.0 License: http://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creativecommons.org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/by/4.0</a:t>
            </a:r>
            <a:endParaRPr lang="en-MW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Picture 10" descr="A drawing of a face&#10;&#10;Description automatically generated">
            <a:extLst>
              <a:ext uri="{FF2B5EF4-FFF2-40B4-BE49-F238E27FC236}">
                <a16:creationId xmlns:a16="http://schemas.microsoft.com/office/drawing/2014/main" id="{EE356342-7E80-AD4B-BA14-513E4B339F2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8840"/>
            <a:ext cx="1103012" cy="37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4CAF-EE96-432C-BD5F-59488BA2B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C8CA5-D692-4004-A6EB-188B8E728C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A045-B49A-4017-88B9-5B1D6750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32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CBF4-89CF-4429-A3EF-39E3C838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4105-5EE3-4BB5-B8D0-35E9C4C21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DDFF-1F46-43AD-A78E-DD4B833F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2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Henrion</dc:creator>
  <cp:lastModifiedBy>Marc Henrion</cp:lastModifiedBy>
  <cp:revision>10</cp:revision>
  <dcterms:created xsi:type="dcterms:W3CDTF">2018-10-26T15:43:02Z</dcterms:created>
  <dcterms:modified xsi:type="dcterms:W3CDTF">2020-12-01T15:42:59Z</dcterms:modified>
</cp:coreProperties>
</file>